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2FBDDFE-C994-E4C9-88F8-19DD64759E32}">
          <p14:sldIdLst>
            <p14:sldId id="257"/>
            <p14:sldId id="258"/>
            <p14:sldId id="259"/>
          </p14:sldIdLst>
        </p14:section>
        <p14:section name="Contenido" id="{CA028723-0716-DE69-63FF-4A75B2B72431}">
          <p14:sldIdLst>
            <p14:sldId id="260"/>
            <p14:sldId id="261"/>
            <p14:sldId id="262"/>
            <p14:sldId id="263"/>
            <p14:sldId id="264"/>
          </p14:sldIdLst>
        </p14:section>
        <p14:section name="Cierre" id="{C0DF5975-3E57-F335-FFBA-4E9EFE0C7B4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41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reemplaza el título, subtítulo, tu nombre, cargo e institución.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personal (1 minuto). Inserta tu foto en el círculo y actualiza tus datos de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Ajusta los 4 bloques a la estructura de tu charla. Si necesitas menos, elimina la tarjeta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de sección. Duplícalo para cada bloque de tu agenda y cambia el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contenido con texto y una idea destacada. Duplícala las veces que necesites.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Inserta tu imagen o gráfico en el recuadro de la derecha (Insertar → Imagen) y luego elimina el recuadro guía.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clave: reemplaza los números y descripciones. Siempre cita la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demos en vivo o fragmentos de código. Reemplaza el código de ejemplo por el tuyo (mantén Courier New).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2 o 3 conclusiones y un llamado a la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Agrega tus datos de contacto y, si quieres, un código QR a tus redes, repositorio o materiales.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F 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df/assets/logos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206240" cy="94914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3172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de tu ponencia</a:t>
            </a: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F Secc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de la sección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F Solo 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de la diapositiva</a:t>
            </a:r>
            <a:endParaRPr lang="en-US" sz="3000" dirty="0"/>
          </a:p>
        </p:txBody>
      </p:sp>
      <p:pic>
        <p:nvPicPr>
          <p:cNvPr id="3" name="Image 0" descr="/home/claude/idf/assets/logos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72784"/>
            <a:ext cx="1920240" cy="4334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697480" y="63276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IQUITOS DATA FEST 2026  ·  30 de octubre  ·  Aula Magna UNAP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F Titulo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de la diapositiva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08760"/>
            <a:ext cx="658368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aquí tu contenido</a:t>
            </a:r>
            <a:endParaRPr lang="en-US" sz="1800" dirty="0"/>
          </a:p>
        </p:txBody>
      </p:sp>
      <p:pic>
        <p:nvPicPr>
          <p:cNvPr id="4" name="Image 0" descr="/home/claude/idf/assets/logos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72784"/>
            <a:ext cx="1920240" cy="43342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697480" y="63276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IQUITOS DATA FEST 2026  ·  30 de octubre  ·  Aula Magna UNAP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F 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df/assets/logos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715000"/>
            <a:ext cx="3566160" cy="804672"/>
          </a:xfrm>
          <a:prstGeom prst="rect">
            <a:avLst/>
          </a:prstGeom>
        </p:spPr>
      </p:pic>
      <p:pic>
        <p:nvPicPr>
          <p:cNvPr id="3" name="Image 1" descr="/home/claude/idf/assets/datawiz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5687568"/>
            <a:ext cx="2286000" cy="85039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"/>
          <p:cNvSpPr txBox="1"/>
          <p:nvPr/>
        </p:nvSpPr>
        <p:spPr>
          <a:xfrm>
            <a:off x="54864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IQUITOS </a:t>
            </a:r>
            <a:r>
              <a:rPr lang="en-US" sz="16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FEST 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3172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de tu ponencia: claro, breve y atractivo</a:t>
            </a:r>
            <a:endParaRPr lang="en-US" sz="3800" dirty="0"/>
          </a:p>
        </p:txBody>
      </p:sp>
      <p:sp>
        <p:nvSpPr>
          <p:cNvPr id="4" name="subtitulo"/>
          <p:cNvSpPr txBox="1"/>
          <p:nvPr/>
        </p:nvSpPr>
        <p:spPr>
          <a:xfrm>
            <a:off x="548640" y="4114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Subtítulo opcional: qué aprenderá el público en esta charla</a:t>
            </a:r>
            <a:endParaRPr lang="en-US" sz="1700" dirty="0"/>
          </a:p>
        </p:txBody>
      </p:sp>
      <p:sp>
        <p:nvSpPr>
          <p:cNvPr id="5" name="ponente_card"/>
          <p:cNvSpPr/>
          <p:nvPr/>
        </p:nvSpPr>
        <p:spPr>
          <a:xfrm>
            <a:off x="548640" y="4846320"/>
            <a:ext cx="5852160" cy="1188720"/>
          </a:xfrm>
          <a:prstGeom prst="roundRect">
            <a:avLst>
              <a:gd name="adj" fmla="val 13846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6" name="ponente_nombre"/>
          <p:cNvSpPr txBox="1"/>
          <p:nvPr/>
        </p:nvSpPr>
        <p:spPr>
          <a:xfrm>
            <a:off x="868680" y="4956048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Nombre y Apellido del Ponente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</a:rPr>
              <a:t>Cargo · Institución / Empresa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Sobre el ponente</a:t>
            </a:r>
            <a:endParaRPr lang="en-US" sz="3000" dirty="0"/>
          </a:p>
        </p:txBody>
      </p:sp>
      <p:sp>
        <p:nvSpPr>
          <p:cNvPr id="3" name="foto_anillo"/>
          <p:cNvSpPr/>
          <p:nvPr/>
        </p:nvSpPr>
        <p:spPr>
          <a:xfrm>
            <a:off x="914400" y="1691640"/>
            <a:ext cx="3383280" cy="3383280"/>
          </a:xfrm>
          <a:prstGeom prst="ellipse">
            <a:avLst/>
          </a:prstGeom>
          <a:solidFill>
            <a:schemeClr val="bg2">
              <a:alpha val="0"/>
            </a:schemeClr>
          </a:solidFill>
          <a:ln w="50800">
            <a:solidFill>
              <a:schemeClr val="accent1"/>
            </a:solidFill>
            <a:prstDash val="solid"/>
          </a:ln>
        </p:spPr>
      </p:sp>
      <p:sp>
        <p:nvSpPr>
          <p:cNvPr id="4" name="foto_ponente"/>
          <p:cNvSpPr/>
          <p:nvPr/>
        </p:nvSpPr>
        <p:spPr>
          <a:xfrm>
            <a:off x="1078992" y="1856232"/>
            <a:ext cx="3054096" cy="3054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5" name="foto_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43200"/>
            <a:ext cx="640080" cy="640080"/>
          </a:xfrm>
          <a:prstGeom prst="rect">
            <a:avLst/>
          </a:prstGeom>
        </p:spPr>
      </p:pic>
      <p:sp>
        <p:nvSpPr>
          <p:cNvPr id="6" name="foto_ayuda"/>
          <p:cNvSpPr txBox="1"/>
          <p:nvPr/>
        </p:nvSpPr>
        <p:spPr>
          <a:xfrm>
            <a:off x="132588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Clic derecho → Formato de forma → Relleno con imagen</a:t>
            </a:r>
            <a:endParaRPr lang="en-US" sz="1100" dirty="0"/>
          </a:p>
        </p:txBody>
      </p:sp>
      <p:sp>
        <p:nvSpPr>
          <p:cNvPr id="7" name="bio_nombre"/>
          <p:cNvSpPr txBox="1"/>
          <p:nvPr/>
        </p:nvSpPr>
        <p:spPr>
          <a:xfrm>
            <a:off x="4937760" y="1691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Nombre y Apellido</a:t>
            </a:r>
            <a:endParaRPr lang="en-US" sz="2800" dirty="0"/>
          </a:p>
        </p:txBody>
      </p:sp>
      <p:sp>
        <p:nvSpPr>
          <p:cNvPr id="8" name="bio_cargo"/>
          <p:cNvSpPr txBox="1"/>
          <p:nvPr/>
        </p:nvSpPr>
        <p:spPr>
          <a:xfrm>
            <a:off x="4937760" y="23317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Cargo actual · Institución / Empresa</a:t>
            </a:r>
            <a:endParaRPr lang="en-US" sz="1600" dirty="0"/>
          </a:p>
        </p:txBody>
      </p:sp>
      <p:sp>
        <p:nvSpPr>
          <p:cNvPr id="9" name="bio_puntos"/>
          <p:cNvSpPr txBox="1"/>
          <p:nvPr/>
        </p:nvSpPr>
        <p:spPr>
          <a:xfrm>
            <a:off x="4937760" y="2971800"/>
            <a:ext cx="6675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Formación académica principal (grado, especialidad, universidad)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Experiencia destacada en datos, IA o tecnología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Proyectos, publicaciones o reconocimientos relevantes</a:t>
            </a:r>
            <a:endParaRPr lang="en-US" sz="1500" dirty="0"/>
          </a:p>
        </p:txBody>
      </p:sp>
      <p:pic>
        <p:nvPicPr>
          <p:cNvPr id="10" name="contacto_icono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654296"/>
            <a:ext cx="274320" cy="274320"/>
          </a:xfrm>
          <a:prstGeom prst="rect">
            <a:avLst/>
          </a:prstGeom>
        </p:spPr>
      </p:pic>
      <p:sp>
        <p:nvSpPr>
          <p:cNvPr id="11" name="contacto_1"/>
          <p:cNvSpPr txBox="1"/>
          <p:nvPr/>
        </p:nvSpPr>
        <p:spPr>
          <a:xfrm>
            <a:off x="5349240" y="4617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linkedin.com/in/tu-usuario</a:t>
            </a:r>
            <a:endParaRPr lang="en-US" sz="1300" dirty="0"/>
          </a:p>
        </p:txBody>
      </p:sp>
      <p:pic>
        <p:nvPicPr>
          <p:cNvPr id="12" name="contacto_icono_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5084064"/>
            <a:ext cx="274320" cy="274320"/>
          </a:xfrm>
          <a:prstGeom prst="rect">
            <a:avLst/>
          </a:prstGeom>
        </p:spPr>
      </p:pic>
      <p:sp>
        <p:nvSpPr>
          <p:cNvPr id="13" name="contacto_2"/>
          <p:cNvSpPr txBox="1"/>
          <p:nvPr/>
        </p:nvSpPr>
        <p:spPr>
          <a:xfrm>
            <a:off x="5349240" y="50474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tu.correo@ejemplo.com</a:t>
            </a:r>
            <a:endParaRPr lang="en-US" sz="1300" dirty="0"/>
          </a:p>
        </p:txBody>
      </p:sp>
      <p:pic>
        <p:nvPicPr>
          <p:cNvPr id="14" name="contacto_icono_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5513832"/>
            <a:ext cx="274320" cy="274320"/>
          </a:xfrm>
          <a:prstGeom prst="rect">
            <a:avLst/>
          </a:prstGeom>
        </p:spPr>
      </p:pic>
      <p:sp>
        <p:nvSpPr>
          <p:cNvPr id="15" name="contacto_3"/>
          <p:cNvSpPr txBox="1"/>
          <p:nvPr/>
        </p:nvSpPr>
        <p:spPr>
          <a:xfrm>
            <a:off x="5349240" y="54772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github.com/tu-usuario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agenda_card_01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8372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4" name="agenda_num_01"/>
          <p:cNvSpPr txBox="1"/>
          <p:nvPr/>
        </p:nvSpPr>
        <p:spPr>
          <a:xfrm>
            <a:off x="86868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agenda_tema_01"/>
          <p:cNvSpPr txBox="1"/>
          <p:nvPr/>
        </p:nvSpPr>
        <p:spPr>
          <a:xfrm>
            <a:off x="2331720" y="1892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Contexto y problema</a:t>
            </a:r>
            <a:endParaRPr lang="en-US" sz="2000" dirty="0"/>
          </a:p>
        </p:txBody>
      </p:sp>
      <p:sp>
        <p:nvSpPr>
          <p:cNvPr id="6" name="agenda_desc_01"/>
          <p:cNvSpPr txBox="1"/>
          <p:nvPr/>
        </p:nvSpPr>
        <p:spPr>
          <a:xfrm>
            <a:off x="233172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¿Por qué este tema importa hoy?</a:t>
            </a:r>
            <a:endParaRPr lang="en-US" sz="1400" dirty="0"/>
          </a:p>
        </p:txBody>
      </p:sp>
      <p:sp>
        <p:nvSpPr>
          <p:cNvPr id="7" name="agenda_card_02"/>
          <p:cNvSpPr/>
          <p:nvPr/>
        </p:nvSpPr>
        <p:spPr>
          <a:xfrm>
            <a:off x="6245352" y="1508760"/>
            <a:ext cx="5394960" cy="1965960"/>
          </a:xfrm>
          <a:prstGeom prst="roundRect">
            <a:avLst>
              <a:gd name="adj" fmla="val 8372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2">
                <a:alpha val="75000"/>
              </a:schemeClr>
            </a:solidFill>
            <a:prstDash val="solid"/>
          </a:ln>
        </p:spPr>
      </p:sp>
      <p:sp>
        <p:nvSpPr>
          <p:cNvPr id="8" name="agenda_num_02"/>
          <p:cNvSpPr txBox="1"/>
          <p:nvPr/>
        </p:nvSpPr>
        <p:spPr>
          <a:xfrm>
            <a:off x="6565392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600" dirty="0"/>
          </a:p>
        </p:txBody>
      </p:sp>
      <p:sp>
        <p:nvSpPr>
          <p:cNvPr id="9" name="agenda_tema_02"/>
          <p:cNvSpPr txBox="1"/>
          <p:nvPr/>
        </p:nvSpPr>
        <p:spPr>
          <a:xfrm>
            <a:off x="8028432" y="1892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Conceptos clave</a:t>
            </a:r>
            <a:endParaRPr lang="en-US" sz="2000" dirty="0"/>
          </a:p>
        </p:txBody>
      </p:sp>
      <p:sp>
        <p:nvSpPr>
          <p:cNvPr id="10" name="agenda_desc_02"/>
          <p:cNvSpPr txBox="1"/>
          <p:nvPr/>
        </p:nvSpPr>
        <p:spPr>
          <a:xfrm>
            <a:off x="8028432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Las ideas que necesitas para entender la charla</a:t>
            </a:r>
            <a:endParaRPr lang="en-US" sz="1400" dirty="0"/>
          </a:p>
        </p:txBody>
      </p:sp>
      <p:sp>
        <p:nvSpPr>
          <p:cNvPr id="11" name="agenda_card_03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8372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3">
                <a:alpha val="75000"/>
              </a:schemeClr>
            </a:solidFill>
            <a:prstDash val="solid"/>
          </a:ln>
        </p:spPr>
      </p:sp>
      <p:sp>
        <p:nvSpPr>
          <p:cNvPr id="12" name="agenda_num_03"/>
          <p:cNvSpPr txBox="1"/>
          <p:nvPr/>
        </p:nvSpPr>
        <p:spPr>
          <a:xfrm>
            <a:off x="86868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dirty="0">
                <a:solidFill>
                  <a:schemeClr val="accent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600" dirty="0"/>
          </a:p>
        </p:txBody>
      </p:sp>
      <p:sp>
        <p:nvSpPr>
          <p:cNvPr id="13" name="agenda_tema_03"/>
          <p:cNvSpPr txBox="1"/>
          <p:nvPr/>
        </p:nvSpPr>
        <p:spPr>
          <a:xfrm>
            <a:off x="2331720" y="4133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Caso práctico / Demo</a:t>
            </a:r>
            <a:endParaRPr lang="en-US" sz="2000" dirty="0"/>
          </a:p>
        </p:txBody>
      </p:sp>
      <p:sp>
        <p:nvSpPr>
          <p:cNvPr id="14" name="agenda_desc_03"/>
          <p:cNvSpPr txBox="1"/>
          <p:nvPr/>
        </p:nvSpPr>
        <p:spPr>
          <a:xfrm>
            <a:off x="2331720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Aplicación real con datos o IA</a:t>
            </a:r>
            <a:endParaRPr lang="en-US" sz="1400" dirty="0"/>
          </a:p>
        </p:txBody>
      </p:sp>
      <p:sp>
        <p:nvSpPr>
          <p:cNvPr id="15" name="agenda_card_04"/>
          <p:cNvSpPr/>
          <p:nvPr/>
        </p:nvSpPr>
        <p:spPr>
          <a:xfrm>
            <a:off x="6245352" y="3749040"/>
            <a:ext cx="5394960" cy="1965960"/>
          </a:xfrm>
          <a:prstGeom prst="roundRect">
            <a:avLst>
              <a:gd name="adj" fmla="val 8372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4">
                <a:alpha val="75000"/>
              </a:schemeClr>
            </a:solidFill>
            <a:prstDash val="solid"/>
          </a:ln>
        </p:spPr>
      </p:sp>
      <p:sp>
        <p:nvSpPr>
          <p:cNvPr id="16" name="agenda_num_04"/>
          <p:cNvSpPr txBox="1"/>
          <p:nvPr/>
        </p:nvSpPr>
        <p:spPr>
          <a:xfrm>
            <a:off x="6565392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dirty="0">
                <a:solidFill>
                  <a:schemeClr val="accent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600" dirty="0"/>
          </a:p>
        </p:txBody>
      </p:sp>
      <p:sp>
        <p:nvSpPr>
          <p:cNvPr id="17" name="agenda_tema_04"/>
          <p:cNvSpPr txBox="1"/>
          <p:nvPr/>
        </p:nvSpPr>
        <p:spPr>
          <a:xfrm>
            <a:off x="8028432" y="4133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Conclusiones</a:t>
            </a:r>
            <a:endParaRPr lang="en-US" sz="2000" dirty="0"/>
          </a:p>
        </p:txBody>
      </p:sp>
      <p:sp>
        <p:nvSpPr>
          <p:cNvPr id="18" name="agenda_desc_04"/>
          <p:cNvSpPr txBox="1"/>
          <p:nvPr/>
        </p:nvSpPr>
        <p:spPr>
          <a:xfrm>
            <a:off x="8028432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Aprendizajes y próximos pasos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on_num"/>
          <p:cNvSpPr txBox="1"/>
          <p:nvPr/>
        </p:nvSpPr>
        <p:spPr>
          <a:xfrm>
            <a:off x="5486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de la sección</a:t>
            </a:r>
            <a:endParaRPr lang="en-US" sz="4000" dirty="0"/>
          </a:p>
        </p:txBody>
      </p:sp>
      <p:sp>
        <p:nvSpPr>
          <p:cNvPr id="4" name="seccion_desc"/>
          <p:cNvSpPr txBox="1"/>
          <p:nvPr/>
        </p:nvSpPr>
        <p:spPr>
          <a:xfrm>
            <a:off x="548640" y="4343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Una frase que resuma lo que verás en este bloque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del contenido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0876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punto importante de tu exposición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punto: explica con ejemplos concretos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 punto: conecta con el contexto amazónico o local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Cuarto punto: máximo 5 viñetas por diapositiva</a:t>
            </a:r>
            <a:endParaRPr lang="en-US" sz="1800" dirty="0"/>
          </a:p>
        </p:txBody>
      </p:sp>
      <p:sp>
        <p:nvSpPr>
          <p:cNvPr id="4" name="idea_clave_card"/>
          <p:cNvSpPr/>
          <p:nvPr/>
        </p:nvSpPr>
        <p:spPr>
          <a:xfrm>
            <a:off x="7635240" y="1508760"/>
            <a:ext cx="4005072" cy="4206240"/>
          </a:xfrm>
          <a:prstGeom prst="roundRect">
            <a:avLst>
              <a:gd name="adj" fmla="val 4110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5">
                <a:alpha val="75000"/>
              </a:schemeClr>
            </a:solidFill>
            <a:prstDash val="solid"/>
          </a:ln>
        </p:spPr>
      </p:sp>
      <p:pic>
        <p:nvPicPr>
          <p:cNvPr id="5" name="idea_clave_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874520"/>
            <a:ext cx="594360" cy="594360"/>
          </a:xfrm>
          <a:prstGeom prst="rect">
            <a:avLst/>
          </a:prstGeom>
        </p:spPr>
      </p:pic>
      <p:sp>
        <p:nvSpPr>
          <p:cNvPr id="6" name="idea_clave_label"/>
          <p:cNvSpPr txBox="1"/>
          <p:nvPr/>
        </p:nvSpPr>
        <p:spPr>
          <a:xfrm>
            <a:off x="80010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5"/>
                </a:solidFill>
              </a:rPr>
              <a:t>IDEA CLAVE</a:t>
            </a:r>
            <a:endParaRPr lang="en-US" sz="1300" dirty="0"/>
          </a:p>
        </p:txBody>
      </p:sp>
      <p:sp>
        <p:nvSpPr>
          <p:cNvPr id="7" name="idea_clave_texto"/>
          <p:cNvSpPr txBox="1"/>
          <p:nvPr/>
        </p:nvSpPr>
        <p:spPr>
          <a:xfrm>
            <a:off x="8001000" y="31089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Escribe aquí el mensaje principal que el público debe recordar de esta diapositiva.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 con imagen o gráfico</a:t>
            </a:r>
            <a:endParaRPr lang="en-US" sz="3000" dirty="0"/>
          </a:p>
        </p:txBody>
      </p:sp>
      <p:sp>
        <p:nvSpPr>
          <p:cNvPr id="3" name="imagen_texto"/>
          <p:cNvSpPr txBox="1"/>
          <p:nvPr/>
        </p:nvSpPr>
        <p:spPr>
          <a:xfrm>
            <a:off x="548640" y="150876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Explica qué muestra la imagen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Destaca el hallazgo más importante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Indica la fuente de los datos</a:t>
            </a:r>
            <a:endParaRPr lang="en-US" sz="1800" dirty="0"/>
          </a:p>
        </p:txBody>
      </p:sp>
      <p:sp>
        <p:nvSpPr>
          <p:cNvPr id="4" name="imagen_fuente"/>
          <p:cNvSpPr txBox="1"/>
          <p:nvPr/>
        </p:nvSpPr>
        <p:spPr>
          <a:xfrm>
            <a:off x="548640" y="5440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Fuente: nombre de la fuente, año</a:t>
            </a:r>
            <a:endParaRPr lang="en-US" sz="1100" dirty="0"/>
          </a:p>
        </p:txBody>
      </p:sp>
      <p:sp>
        <p:nvSpPr>
          <p:cNvPr id="5" name="imagen_espacio"/>
          <p:cNvSpPr/>
          <p:nvPr/>
        </p:nvSpPr>
        <p:spPr>
          <a:xfrm>
            <a:off x="5394960" y="1508760"/>
            <a:ext cx="6245352" cy="4251960"/>
          </a:xfrm>
          <a:prstGeom prst="roundRect">
            <a:avLst>
              <a:gd name="adj" fmla="val 3871"/>
            </a:avLst>
          </a:prstGeom>
          <a:solidFill>
            <a:schemeClr val="bg2">
              <a:alpha val="65000"/>
            </a:schemeClr>
          </a:solidFill>
          <a:ln w="19050">
            <a:solidFill>
              <a:schemeClr val="accent1">
                <a:alpha val="80000"/>
              </a:schemeClr>
            </a:solidFill>
            <a:prstDash val="dash"/>
          </a:ln>
        </p:spPr>
      </p:sp>
      <p:pic>
        <p:nvPicPr>
          <p:cNvPr id="6" name="imagen_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880360"/>
            <a:ext cx="731520" cy="731520"/>
          </a:xfrm>
          <a:prstGeom prst="rect">
            <a:avLst/>
          </a:prstGeom>
        </p:spPr>
      </p:pic>
      <p:sp>
        <p:nvSpPr>
          <p:cNvPr id="7" name="imagen_ayuda"/>
          <p:cNvSpPr txBox="1"/>
          <p:nvPr/>
        </p:nvSpPr>
        <p:spPr>
          <a:xfrm>
            <a:off x="5852160" y="3749040"/>
            <a:ext cx="5330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Inserta aquí tu imagen, gráfico o diagrama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(elimina este recuadro al insertarla)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que importan</a:t>
            </a:r>
            <a:endParaRPr lang="en-US" sz="3000" dirty="0"/>
          </a:p>
        </p:txBody>
      </p:sp>
      <p:sp>
        <p:nvSpPr>
          <p:cNvPr id="3" name="cifras_intro"/>
          <p:cNvSpPr txBox="1"/>
          <p:nvPr/>
        </p:nvSpPr>
        <p:spPr>
          <a:xfrm>
            <a:off x="548640" y="1188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Usa esta diapositiva para resaltar tus cifras más impactantes.</a:t>
            </a:r>
            <a:endParaRPr lang="en-US" sz="1500" dirty="0"/>
          </a:p>
        </p:txBody>
      </p:sp>
      <p:sp>
        <p:nvSpPr>
          <p:cNvPr id="4" name="cifra_card_1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5" name="cifra_valor_1"/>
          <p:cNvSpPr txBox="1"/>
          <p:nvPr/>
        </p:nvSpPr>
        <p:spPr>
          <a:xfrm>
            <a:off x="822960" y="2240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6000" dirty="0"/>
          </a:p>
        </p:txBody>
      </p:sp>
      <p:sp>
        <p:nvSpPr>
          <p:cNvPr id="6" name="cifra_desc_1"/>
          <p:cNvSpPr txBox="1"/>
          <p:nvPr/>
        </p:nvSpPr>
        <p:spPr>
          <a:xfrm>
            <a:off x="868680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Descripción breve de la primera cifra</a:t>
            </a:r>
            <a:endParaRPr lang="en-US" sz="1500" dirty="0"/>
          </a:p>
        </p:txBody>
      </p:sp>
      <p:sp>
        <p:nvSpPr>
          <p:cNvPr id="7" name="cifra_card_2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2">
                <a:alpha val="75000"/>
              </a:schemeClr>
            </a:solidFill>
            <a:prstDash val="solid"/>
          </a:ln>
        </p:spPr>
      </p:sp>
      <p:sp>
        <p:nvSpPr>
          <p:cNvPr id="8" name="cifra_valor_2"/>
          <p:cNvSpPr txBox="1"/>
          <p:nvPr/>
        </p:nvSpPr>
        <p:spPr>
          <a:xfrm>
            <a:off x="4617720" y="2240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2.5M</a:t>
            </a:r>
            <a:endParaRPr lang="en-US" sz="6000" dirty="0"/>
          </a:p>
        </p:txBody>
      </p:sp>
      <p:sp>
        <p:nvSpPr>
          <p:cNvPr id="9" name="cifra_desc_2"/>
          <p:cNvSpPr txBox="1"/>
          <p:nvPr/>
        </p:nvSpPr>
        <p:spPr>
          <a:xfrm>
            <a:off x="4663440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Descripción breve de la segunda cifra</a:t>
            </a:r>
            <a:endParaRPr lang="en-US" sz="1500" dirty="0"/>
          </a:p>
        </p:txBody>
      </p:sp>
      <p:sp>
        <p:nvSpPr>
          <p:cNvPr id="10" name="cifra_card_3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3">
                <a:alpha val="75000"/>
              </a:schemeClr>
            </a:solidFill>
            <a:prstDash val="solid"/>
          </a:ln>
        </p:spPr>
      </p:sp>
      <p:sp>
        <p:nvSpPr>
          <p:cNvPr id="11" name="cifra_valor_3"/>
          <p:cNvSpPr txBox="1"/>
          <p:nvPr/>
        </p:nvSpPr>
        <p:spPr>
          <a:xfrm>
            <a:off x="8412480" y="2240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chemeClr val="accent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x10</a:t>
            </a:r>
            <a:endParaRPr lang="en-US" sz="6000" dirty="0"/>
          </a:p>
        </p:txBody>
      </p:sp>
      <p:sp>
        <p:nvSpPr>
          <p:cNvPr id="12" name="cifra_desc_3"/>
          <p:cNvSpPr txBox="1"/>
          <p:nvPr/>
        </p:nvSpPr>
        <p:spPr>
          <a:xfrm>
            <a:off x="8458200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Descripción breve de la tercera cifra</a:t>
            </a:r>
            <a:endParaRPr lang="en-US" sz="1500" dirty="0"/>
          </a:p>
        </p:txBody>
      </p:sp>
      <p:sp>
        <p:nvSpPr>
          <p:cNvPr id="13" name="cifras_fuente"/>
          <p:cNvSpPr txBox="1"/>
          <p:nvPr/>
        </p:nvSpPr>
        <p:spPr>
          <a:xfrm>
            <a:off x="54864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Fuente: nombre de la fuente, año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/ Código</a:t>
            </a:r>
            <a:endParaRPr lang="en-US" sz="3000" dirty="0"/>
          </a:p>
        </p:txBody>
      </p:sp>
      <p:sp>
        <p:nvSpPr>
          <p:cNvPr id="3" name="codigo_fondo"/>
          <p:cNvSpPr/>
          <p:nvPr/>
        </p:nvSpPr>
        <p:spPr>
          <a:xfrm>
            <a:off x="548640" y="1508760"/>
            <a:ext cx="6766560" cy="4251960"/>
          </a:xfrm>
          <a:prstGeom prst="roundRect">
            <a:avLst>
              <a:gd name="adj" fmla="val 3226"/>
            </a:avLst>
          </a:prstGeom>
          <a:solidFill>
            <a:srgbClr val="050A1C"/>
          </a:solidFill>
          <a:ln w="15875">
            <a:solidFill>
              <a:schemeClr val="accent3">
                <a:alpha val="75000"/>
              </a:schemeClr>
            </a:solidFill>
            <a:prstDash val="solid"/>
          </a:ln>
        </p:spPr>
      </p:sp>
      <p:sp>
        <p:nvSpPr>
          <p:cNvPr id="4" name="codigo_punto_1"/>
          <p:cNvSpPr/>
          <p:nvPr/>
        </p:nvSpPr>
        <p:spPr>
          <a:xfrm>
            <a:off x="822960" y="1719072"/>
            <a:ext cx="146304" cy="146304"/>
          </a:xfrm>
          <a:prstGeom prst="ellipse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5" name="codigo_punto_2"/>
          <p:cNvSpPr/>
          <p:nvPr/>
        </p:nvSpPr>
        <p:spPr>
          <a:xfrm>
            <a:off x="1078992" y="1719072"/>
            <a:ext cx="146304" cy="146304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" name="codigo_punto_3"/>
          <p:cNvSpPr/>
          <p:nvPr/>
        </p:nvSpPr>
        <p:spPr>
          <a:xfrm>
            <a:off x="1335024" y="1719072"/>
            <a:ext cx="146304" cy="146304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7" name="codigo_archivo"/>
          <p:cNvSpPr txBox="1"/>
          <p:nvPr/>
        </p:nvSpPr>
        <p:spPr>
          <a:xfrm>
            <a:off x="1737360" y="1645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modelo.py</a:t>
            </a:r>
            <a:endParaRPr lang="en-US" sz="1100" dirty="0"/>
          </a:p>
        </p:txBody>
      </p:sp>
      <p:sp>
        <p:nvSpPr>
          <p:cNvPr id="8" name="codigo_texto"/>
          <p:cNvSpPr txBox="1"/>
          <p:nvPr/>
        </p:nvSpPr>
        <p:spPr>
          <a:xfrm>
            <a:off x="868680" y="214884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C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Pega aquí tu código (Courier New, 14 pt)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B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r>
              <a:rPr lang="en-US" sz="1400" dirty="0">
                <a:solidFill>
                  <a:srgbClr val="9B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B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sklearn.ensemble </a:t>
            </a:r>
            <a:r>
              <a:rPr lang="en-US" sz="1400" dirty="0">
                <a:solidFill>
                  <a:srgbClr val="9B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RandomForestClassifier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r>
              <a:rPr lang="en-US" sz="14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"datos_loreto.csv"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df.drop(</a:t>
            </a:r>
            <a:r>
              <a:rPr lang="en-US" sz="14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"objetivo"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axis=1), df[</a:t>
            </a:r>
            <a:r>
              <a:rPr lang="en-US" sz="14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"objetivo"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RandomForestClassifier(n_estimators=</a:t>
            </a:r>
            <a:r>
              <a:rPr lang="en-US" sz="14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modelo.fit(X, y)</a:t>
            </a:r>
            <a:endParaRPr lang="en-US" sz="1400" dirty="0"/>
          </a:p>
        </p:txBody>
      </p:sp>
      <p:sp>
        <p:nvSpPr>
          <p:cNvPr id="9" name="paso_circulo_1"/>
          <p:cNvSpPr/>
          <p:nvPr/>
        </p:nvSpPr>
        <p:spPr>
          <a:xfrm>
            <a:off x="7726680" y="1600200"/>
            <a:ext cx="548640" cy="548640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aso_num_1"/>
          <p:cNvSpPr txBox="1"/>
          <p:nvPr/>
        </p:nvSpPr>
        <p:spPr>
          <a:xfrm>
            <a:off x="7726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paso_titulo_1"/>
          <p:cNvSpPr txBox="1"/>
          <p:nvPr/>
        </p:nvSpPr>
        <p:spPr>
          <a:xfrm>
            <a:off x="8503920" y="1581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Qué hace el código</a:t>
            </a:r>
            <a:endParaRPr lang="en-US" sz="1600" dirty="0"/>
          </a:p>
        </p:txBody>
      </p:sp>
      <p:sp>
        <p:nvSpPr>
          <p:cNvPr id="12" name="paso_desc_1"/>
          <p:cNvSpPr txBox="1"/>
          <p:nvPr/>
        </p:nvSpPr>
        <p:spPr>
          <a:xfrm>
            <a:off x="8503920" y="196596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Explica el objetivo en una línea.</a:t>
            </a:r>
            <a:endParaRPr lang="en-US" sz="1300" dirty="0"/>
          </a:p>
        </p:txBody>
      </p:sp>
      <p:sp>
        <p:nvSpPr>
          <p:cNvPr id="13" name="paso_circulo_2"/>
          <p:cNvSpPr/>
          <p:nvPr/>
        </p:nvSpPr>
        <p:spPr>
          <a:xfrm>
            <a:off x="7726680" y="2971800"/>
            <a:ext cx="548640" cy="548640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paso_num_2"/>
          <p:cNvSpPr txBox="1"/>
          <p:nvPr/>
        </p:nvSpPr>
        <p:spPr>
          <a:xfrm>
            <a:off x="77266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o_titulo_2"/>
          <p:cNvSpPr txBox="1"/>
          <p:nvPr/>
        </p:nvSpPr>
        <p:spPr>
          <a:xfrm>
            <a:off x="8503920" y="29535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Punto clave</a:t>
            </a:r>
            <a:endParaRPr lang="en-US" sz="1600" dirty="0"/>
          </a:p>
        </p:txBody>
      </p:sp>
      <p:sp>
        <p:nvSpPr>
          <p:cNvPr id="16" name="paso_desc_2"/>
          <p:cNvSpPr txBox="1"/>
          <p:nvPr/>
        </p:nvSpPr>
        <p:spPr>
          <a:xfrm>
            <a:off x="8503920" y="333756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Señala la línea más importante.</a:t>
            </a:r>
            <a:endParaRPr lang="en-US" sz="1300" dirty="0"/>
          </a:p>
        </p:txBody>
      </p:sp>
      <p:sp>
        <p:nvSpPr>
          <p:cNvPr id="17" name="paso_circulo_3"/>
          <p:cNvSpPr/>
          <p:nvPr/>
        </p:nvSpPr>
        <p:spPr>
          <a:xfrm>
            <a:off x="7726680" y="4343400"/>
            <a:ext cx="548640" cy="548640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paso_num_3"/>
          <p:cNvSpPr txBox="1"/>
          <p:nvPr/>
        </p:nvSpPr>
        <p:spPr>
          <a:xfrm>
            <a:off x="77266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paso_titulo_3"/>
          <p:cNvSpPr txBox="1"/>
          <p:nvPr/>
        </p:nvSpPr>
        <p:spPr>
          <a:xfrm>
            <a:off x="8503920" y="4325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Resultado</a:t>
            </a:r>
            <a:endParaRPr lang="en-US" sz="1600" dirty="0"/>
          </a:p>
        </p:txBody>
      </p:sp>
      <p:sp>
        <p:nvSpPr>
          <p:cNvPr id="20" name="paso_desc_3"/>
          <p:cNvSpPr txBox="1"/>
          <p:nvPr/>
        </p:nvSpPr>
        <p:spPr>
          <a:xfrm>
            <a:off x="8503920" y="470916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Muestra qué se obtiene al ejecutarlo.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conclusion_card_1"/>
          <p:cNvSpPr/>
          <p:nvPr/>
        </p:nvSpPr>
        <p:spPr>
          <a:xfrm>
            <a:off x="548640" y="1600200"/>
            <a:ext cx="3520440" cy="3840480"/>
          </a:xfrm>
          <a:prstGeom prst="roundRect">
            <a:avLst>
              <a:gd name="adj" fmla="val 4675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1">
                <a:alpha val="75000"/>
              </a:schemeClr>
            </a:solidFill>
            <a:prstDash val="solid"/>
          </a:ln>
        </p:spPr>
      </p:sp>
      <p:pic>
        <p:nvPicPr>
          <p:cNvPr id="4" name="conclusion_icono_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640080" cy="640080"/>
          </a:xfrm>
          <a:prstGeom prst="rect">
            <a:avLst/>
          </a:prstGeom>
        </p:spPr>
      </p:pic>
      <p:sp>
        <p:nvSpPr>
          <p:cNvPr id="5" name="conclusion_titulo_1"/>
          <p:cNvSpPr txBox="1"/>
          <p:nvPr/>
        </p:nvSpPr>
        <p:spPr>
          <a:xfrm>
            <a:off x="914400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Conclusión 1</a:t>
            </a:r>
            <a:endParaRPr lang="en-US" sz="2000" dirty="0"/>
          </a:p>
        </p:txBody>
      </p:sp>
      <p:sp>
        <p:nvSpPr>
          <p:cNvPr id="6" name="conclusion_desc_1"/>
          <p:cNvSpPr txBox="1"/>
          <p:nvPr/>
        </p:nvSpPr>
        <p:spPr>
          <a:xfrm>
            <a:off x="914400" y="34747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El aprendizaje más importante de tu charla.</a:t>
            </a:r>
            <a:endParaRPr lang="en-US" sz="1500" dirty="0"/>
          </a:p>
        </p:txBody>
      </p:sp>
      <p:sp>
        <p:nvSpPr>
          <p:cNvPr id="7" name="conclusion_card_2"/>
          <p:cNvSpPr/>
          <p:nvPr/>
        </p:nvSpPr>
        <p:spPr>
          <a:xfrm>
            <a:off x="4343400" y="1600200"/>
            <a:ext cx="3520440" cy="3840480"/>
          </a:xfrm>
          <a:prstGeom prst="roundRect">
            <a:avLst>
              <a:gd name="adj" fmla="val 4675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3">
                <a:alpha val="75000"/>
              </a:schemeClr>
            </a:solidFill>
            <a:prstDash val="solid"/>
          </a:ln>
        </p:spPr>
      </p:sp>
      <p:pic>
        <p:nvPicPr>
          <p:cNvPr id="8" name="conclusion_icono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965960"/>
            <a:ext cx="640080" cy="640080"/>
          </a:xfrm>
          <a:prstGeom prst="rect">
            <a:avLst/>
          </a:prstGeom>
        </p:spPr>
      </p:pic>
      <p:sp>
        <p:nvSpPr>
          <p:cNvPr id="9" name="conclusion_titulo_2"/>
          <p:cNvSpPr txBox="1"/>
          <p:nvPr/>
        </p:nvSpPr>
        <p:spPr>
          <a:xfrm>
            <a:off x="4709160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Conclusión 2</a:t>
            </a:r>
            <a:endParaRPr lang="en-US" sz="2000" dirty="0"/>
          </a:p>
        </p:txBody>
      </p:sp>
      <p:sp>
        <p:nvSpPr>
          <p:cNvPr id="10" name="conclusion_desc_2"/>
          <p:cNvSpPr txBox="1"/>
          <p:nvPr/>
        </p:nvSpPr>
        <p:spPr>
          <a:xfrm>
            <a:off x="4709160" y="34747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Qué cambia para quien aplica lo aprendido.</a:t>
            </a:r>
            <a:endParaRPr lang="en-US" sz="1500" dirty="0"/>
          </a:p>
        </p:txBody>
      </p:sp>
      <p:sp>
        <p:nvSpPr>
          <p:cNvPr id="11" name="conclusion_card_3"/>
          <p:cNvSpPr/>
          <p:nvPr/>
        </p:nvSpPr>
        <p:spPr>
          <a:xfrm>
            <a:off x="8138160" y="1600200"/>
            <a:ext cx="3520440" cy="3840480"/>
          </a:xfrm>
          <a:prstGeom prst="roundRect">
            <a:avLst>
              <a:gd name="adj" fmla="val 4675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4">
                <a:alpha val="75000"/>
              </a:schemeClr>
            </a:solidFill>
            <a:prstDash val="solid"/>
          </a:ln>
        </p:spPr>
      </p:sp>
      <p:pic>
        <p:nvPicPr>
          <p:cNvPr id="12" name="conclusion_icono_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965960"/>
            <a:ext cx="640080" cy="640080"/>
          </a:xfrm>
          <a:prstGeom prst="rect">
            <a:avLst/>
          </a:prstGeom>
        </p:spPr>
      </p:pic>
      <p:sp>
        <p:nvSpPr>
          <p:cNvPr id="13" name="conclusion_titulo_3"/>
          <p:cNvSpPr txBox="1"/>
          <p:nvPr/>
        </p:nvSpPr>
        <p:spPr>
          <a:xfrm>
            <a:off x="8503920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Próximo paso</a:t>
            </a:r>
            <a:endParaRPr lang="en-US" sz="2000" dirty="0"/>
          </a:p>
        </p:txBody>
      </p:sp>
      <p:sp>
        <p:nvSpPr>
          <p:cNvPr id="14" name="conclusion_desc_3"/>
          <p:cNvSpPr txBox="1"/>
          <p:nvPr/>
        </p:nvSpPr>
        <p:spPr>
          <a:xfrm>
            <a:off x="8503920" y="34747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Una acción concreta que el público puede tomar hoy.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27648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_cierre"/>
          <p:cNvSpPr txBox="1"/>
          <p:nvPr/>
        </p:nvSpPr>
        <p:spPr>
          <a:xfrm>
            <a:off x="5486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IQUITOS </a:t>
            </a:r>
            <a:r>
              <a:rPr lang="en-US" sz="15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FEST 2026</a:t>
            </a:r>
            <a:endParaRPr lang="en-US" sz="1500" dirty="0"/>
          </a:p>
        </p:txBody>
      </p:sp>
      <p:sp>
        <p:nvSpPr>
          <p:cNvPr id="3" name="gracias"/>
          <p:cNvSpPr txBox="1"/>
          <p:nvPr/>
        </p:nvSpPr>
        <p:spPr>
          <a:xfrm>
            <a:off x="548640" y="11430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6600" dirty="0"/>
          </a:p>
        </p:txBody>
      </p:sp>
      <p:pic>
        <p:nvPicPr>
          <p:cNvPr id="4" name="preguntas_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457200" cy="457200"/>
          </a:xfrm>
          <a:prstGeom prst="rect">
            <a:avLst/>
          </a:prstGeom>
        </p:spPr>
      </p:pic>
      <p:sp>
        <p:nvSpPr>
          <p:cNvPr id="5" name="preguntas"/>
          <p:cNvSpPr txBox="1"/>
          <p:nvPr/>
        </p:nvSpPr>
        <p:spPr>
          <a:xfrm>
            <a:off x="118872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¿Preguntas?</a:t>
            </a:r>
            <a:endParaRPr lang="en-US" sz="2600" dirty="0"/>
          </a:p>
        </p:txBody>
      </p:sp>
      <p:sp>
        <p:nvSpPr>
          <p:cNvPr id="6" name="contacto_card"/>
          <p:cNvSpPr/>
          <p:nvPr/>
        </p:nvSpPr>
        <p:spPr>
          <a:xfrm>
            <a:off x="548640" y="3429000"/>
            <a:ext cx="4937760" cy="1828800"/>
          </a:xfrm>
          <a:prstGeom prst="roundRect">
            <a:avLst>
              <a:gd name="adj" fmla="val 9000"/>
            </a:avLst>
          </a:prstGeom>
          <a:solidFill>
            <a:schemeClr val="bg2">
              <a:alpha val="80000"/>
            </a:schemeClr>
          </a:solidFill>
          <a:ln w="15875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7" name="cierre_nombre"/>
          <p:cNvSpPr txBox="1"/>
          <p:nvPr/>
        </p:nvSpPr>
        <p:spPr>
          <a:xfrm>
            <a:off x="868680" y="35844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Nombre y Apellido del Ponente</a:t>
            </a:r>
            <a:endParaRPr lang="en-US" sz="1700" dirty="0"/>
          </a:p>
        </p:txBody>
      </p:sp>
      <p:pic>
        <p:nvPicPr>
          <p:cNvPr id="8" name="cierre_icono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05656"/>
            <a:ext cx="237744" cy="237744"/>
          </a:xfrm>
          <a:prstGeom prst="rect">
            <a:avLst/>
          </a:prstGeom>
        </p:spPr>
      </p:pic>
      <p:sp>
        <p:nvSpPr>
          <p:cNvPr id="9" name="cierre_contacto_1"/>
          <p:cNvSpPr txBox="1"/>
          <p:nvPr/>
        </p:nvSpPr>
        <p:spPr>
          <a:xfrm>
            <a:off x="1234440" y="40690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linkedin.com/in/tu-usuario</a:t>
            </a:r>
            <a:endParaRPr lang="en-US" sz="1250" dirty="0"/>
          </a:p>
        </p:txBody>
      </p:sp>
      <p:pic>
        <p:nvPicPr>
          <p:cNvPr id="10" name="cierre_icono_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71416"/>
            <a:ext cx="237744" cy="237744"/>
          </a:xfrm>
          <a:prstGeom prst="rect">
            <a:avLst/>
          </a:prstGeom>
        </p:spPr>
      </p:pic>
      <p:sp>
        <p:nvSpPr>
          <p:cNvPr id="11" name="cierre_contacto_2"/>
          <p:cNvSpPr txBox="1"/>
          <p:nvPr/>
        </p:nvSpPr>
        <p:spPr>
          <a:xfrm>
            <a:off x="1234440" y="44348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tu.correo@ejemplo.com</a:t>
            </a:r>
            <a:endParaRPr lang="en-US" sz="1250" dirty="0"/>
          </a:p>
        </p:txBody>
      </p:sp>
      <p:pic>
        <p:nvPicPr>
          <p:cNvPr id="12" name="cierre_icono_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37176"/>
            <a:ext cx="237744" cy="237744"/>
          </a:xfrm>
          <a:prstGeom prst="rect">
            <a:avLst/>
          </a:prstGeom>
        </p:spPr>
      </p:pic>
      <p:sp>
        <p:nvSpPr>
          <p:cNvPr id="13" name="cierre_contacto_3"/>
          <p:cNvSpPr txBox="1"/>
          <p:nvPr/>
        </p:nvSpPr>
        <p:spPr>
          <a:xfrm>
            <a:off x="1234440" y="48006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tu-sitio-web.com</a:t>
            </a:r>
            <a:endParaRPr lang="en-US" sz="1250" dirty="0"/>
          </a:p>
        </p:txBody>
      </p:sp>
      <p:sp>
        <p:nvSpPr>
          <p:cNvPr id="14" name="qr_espacio"/>
          <p:cNvSpPr/>
          <p:nvPr/>
        </p:nvSpPr>
        <p:spPr>
          <a:xfrm>
            <a:off x="5760720" y="3429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15" name="qr_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840480"/>
            <a:ext cx="640080" cy="640080"/>
          </a:xfrm>
          <a:prstGeom prst="rect">
            <a:avLst/>
          </a:prstGeom>
        </p:spPr>
      </p:pic>
      <p:sp>
        <p:nvSpPr>
          <p:cNvPr id="16" name="qr_ayuda"/>
          <p:cNvSpPr txBox="1"/>
          <p:nvPr/>
        </p:nvSpPr>
        <p:spPr>
          <a:xfrm>
            <a:off x="5760720" y="4526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Tu QR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(opcional)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quitos Data Fest 2026">
  <a:themeElements>
    <a:clrScheme name="Iquitos Data Fest 2026">
      <a:dk1>
        <a:srgbClr val="FFFFFF"/>
      </a:dk1>
      <a:lt1>
        <a:srgbClr val="03050F"/>
      </a:lt1>
      <a:dk2>
        <a:srgbClr val="A9B8DA"/>
      </a:dk2>
      <a:lt2>
        <a:srgbClr val="0B1638"/>
      </a:lt2>
      <a:accent1>
        <a:srgbClr val="12C8FC"/>
      </a:accent1>
      <a:accent2>
        <a:srgbClr val="1E7BFF"/>
      </a:accent2>
      <a:accent3>
        <a:srgbClr val="9B5CFF"/>
      </a:accent3>
      <a:accent4>
        <a:srgbClr val="E040FB"/>
      </a:accent4>
      <a:accent5>
        <a:srgbClr val="FFC857"/>
      </a:accent5>
      <a:accent6>
        <a:srgbClr val="2EE6A6"/>
      </a:accent6>
      <a:hlink>
        <a:srgbClr val="12C8FC"/>
      </a:hlink>
      <a:folHlink>
        <a:srgbClr val="9B5CFF"/>
      </a:folHlink>
    </a:clrScheme>
    <a:fontScheme name="Iquitos Data Fest 2026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669</Words>
  <Application>Microsoft Office PowerPoint</Application>
  <PresentationFormat>Panorámica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Courier New</vt:lpstr>
      <vt:lpstr>Iquitos Data Fest 2026</vt:lpstr>
      <vt:lpstr>Título de tu ponencia: claro, breve y atractivo</vt:lpstr>
      <vt:lpstr>Sobre el ponente</vt:lpstr>
      <vt:lpstr>Agenda</vt:lpstr>
      <vt:lpstr>Título de la sección</vt:lpstr>
      <vt:lpstr>Título del contenido</vt:lpstr>
      <vt:lpstr>Título con imagen o gráfico</vt:lpstr>
      <vt:lpstr>Datos que importan</vt:lpstr>
      <vt:lpstr>Demo / Código</vt:lpstr>
      <vt:lpstr>Conclusiones</vt:lpstr>
      <vt:lpstr>Presentación de PowerPoint</vt:lpstr>
    </vt:vector>
  </TitlesOfParts>
  <Company>Iquitos Data Fest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para ponentes — Iquitos Data Fest 2026</dc:title>
  <dc:subject>PptxGenJS Presentation</dc:subject>
  <dc:creator>NEO KERNEL · FISI-UNAP</dc:creator>
  <cp:lastModifiedBy>RIPLEY IQUITOS</cp:lastModifiedBy>
  <cp:revision>2</cp:revision>
  <dcterms:created xsi:type="dcterms:W3CDTF">2026-10-08T13:19:47Z</dcterms:created>
  <dcterms:modified xsi:type="dcterms:W3CDTF">2026-10-08T13:23:20Z</dcterms:modified>
</cp:coreProperties>
</file>